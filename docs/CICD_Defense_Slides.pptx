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39D4C8"/>
                </a:solidFill>
                <a:latin typeface="Calibri"/>
              </a:rPr>
              <a:t>SEN 482 · DEVOPS CA · 30 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E8ECF6"/>
                </a:solidFill>
                <a:latin typeface="Calibri"/>
              </a:rPr>
              <a:t>Building a CI/CD Pipeline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D8BFF"/>
                </a:solidFill>
                <a:latin typeface="Calibri"/>
              </a:rPr>
              <a:t>from a commit to a live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931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A6C4"/>
                </a:solidFill>
                <a:latin typeface="Calibri"/>
              </a:rPr>
              <a:t>GitHub Actions · Node 22 · Vite · Jest + Vitest · TypeScript · ESLint · Docker → Docker Hub · FTP → cPanel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AA6C4"/>
                </a:solidFill>
                <a:latin typeface="Calibri"/>
              </a:rPr>
              <a:t>Irvin Uyi Osazee · VUG/SEN/22/8386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What CI/CD is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120640" cy="210312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28600" tIns="182880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6D8BFF"/>
                </a:solidFill>
                <a:latin typeface="Calibri"/>
              </a:rPr>
              <a:t>CI — Continuous Integration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8ECF6"/>
                </a:solidFill>
                <a:latin typeface="Calibri"/>
              </a:rPr>
              <a:t>Every change is automatically built, linted and tested the moment it's pushed. Defects caught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120640" cy="210312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28600" tIns="182880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39D4C8"/>
                </a:solidFill>
                <a:latin typeface="Calibri"/>
              </a:rPr>
              <a:t>CD — Continuous Deployment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8ECF6"/>
                </a:solidFill>
                <a:latin typeface="Calibri"/>
              </a:rPr>
              <a:t>Every change that passes CI is automatically packaged and shipped — registry + live server — no manual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The problem it solves: manual testing + 'FTP the files by hand' is slow, error-prone and inconsistent. A pipeline makes it automatic, repeatable and gated — bad code can't reach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THE WHOLE PIPELINE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One push → three jobs → two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566160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git push (main)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9AA6C4"/>
                </a:solidFill>
                <a:latin typeface="Courier New"/>
              </a:rPr>
              <a:t>      |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9AA6C4"/>
                </a:solidFill>
                <a:latin typeface="Courier New"/>
              </a:rPr>
              <a:t>      v   GitHub Actions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6D8BFF"/>
                </a:solidFill>
                <a:latin typeface="Courier New"/>
              </a:rPr>
              <a:t>  ci      lint · Jest · typecheck · Vitest · coverage   &lt;- the GATE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9AA6C4"/>
                </a:solidFill>
                <a:latin typeface="Courier New"/>
              </a:rPr>
              <a:t>   | passes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39D4C8"/>
                </a:solidFill>
                <a:latin typeface="Courier New"/>
              </a:rPr>
              <a:t>   |--&gt; docker   build image  -----------&gt;  Docker Hub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39D4C8"/>
                </a:solidFill>
                <a:latin typeface="Courier New"/>
              </a:rPr>
              <a:t>   '--&gt; deploy   vite build -&gt; FTP dist/ -&gt; cPanel public_html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9AA6C4"/>
                </a:solidFill>
                <a:latin typeface="Courier New"/>
              </a:rPr>
              <a:t>                                                |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9AA6C4"/>
                </a:solidFill>
                <a:latin typeface="Courier New"/>
              </a:rPr>
              <a:t>                                                v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7E28A"/>
                </a:solidFill>
                <a:latin typeface="Courier New"/>
              </a:rPr>
              <a:t>                            http://irvin.vudse26.cloud  (live)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9AA6C4"/>
                </a:solidFill>
                <a:latin typeface="Calibri"/>
              </a:rPr>
              <a:t>A push to main ships. A Pull Request runs ci only — review before it goes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SUPPORTING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The toolchain (know what each does)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Engine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GitHub Actions — runs the pipeline on a push; config lives with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20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Build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Node 22 + Vite — bundles the site into dist/.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920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Quality gates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ESLint (style) · Jest (calculator + coverage) · tsc (types) · Vitest (unit).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Containerise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Docker multi-stage → Docker Hub registry.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206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Deploy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FTP → cPanel / CyberPanel public_html.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206240"/>
            <a:ext cx="3474720" cy="201168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182880" tIns="13716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Secrets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GitHub Secrets — encrypted FTP + Docker Hub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STAGE 0 ·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1.  Git: the commit &amp; the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Commit = an immutable snapshot + a unique SHA hash (e.g. 89e729b…).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git commit records it locally — nothing has left your machine yet.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git push uploads commits to GitHub and moves main. This push is the start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9AA6C4"/>
                </a:solidFill>
                <a:latin typeface="Calibri"/>
              </a:rPr>
              <a:t>That same SHA travels all the way through — it even becomes a Docker image tag (vuna-calc:89e729b), so a running image traces back to the exact source commit.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STAGE 1 · GITHUB FIRES 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2.  Event → workflow →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120640" cy="274320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6D8BFF"/>
                </a:solidFill>
                <a:latin typeface="Calibri"/>
              </a:rPr>
              <a:t>The trigger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on:  push:[main]  pull_request:[main]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CF6"/>
                </a:solidFill>
                <a:latin typeface="Calibri"/>
              </a:rPr>
              <a:t>GitHub matches the event to .github/workflows/ci-cd.yml and creates a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120640" cy="274320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9D4C8"/>
                </a:solidFill>
                <a:latin typeface="Calibri"/>
              </a:rPr>
              <a:t>The runner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CF6"/>
                </a:solidFill>
                <a:latin typeface="Calibri"/>
              </a:rPr>
              <a:t>Each job gets a fresh, throwaway Ubuntu VM (runs-on: ubuntu-latest).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CF6"/>
                </a:solidFill>
                <a:latin typeface="Calibri"/>
              </a:rPr>
              <a:t>Clean every time → reproducible. Nothing persists between jobs, so each re-runs checkout + npm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JOB 1 · THE 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3.  ci — lint &amp; test (5 gates)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322576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ci            # clean, lockfile-exact install (deterministic)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run lint      # ESLint — static code-quality check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test          # Jest — calculator tests + COVERAGE gate (70/80/80/80)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run typecheck # tsc --noEmit — TypeScript type safety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run test:unit # Vitest — 21 unit tests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upload coverage   # saved as a downloadable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6D8BFF"/>
                </a:solidFill>
                <a:latin typeface="Calibri"/>
              </a:rPr>
              <a:t>If ANY step exits non-zero, the job fails and docker + deploy are skipped. This is the gate — broken code can't 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JOB 2 · CONTAINERISE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4.  docker — build &amp; push to Docker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120640" cy="283464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6D8BFF"/>
                </a:solidFill>
                <a:latin typeface="Calibri"/>
              </a:rPr>
              <a:t>Multi-stage Dockerfile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CFE0FF"/>
                </a:solidFill>
                <a:latin typeface="Courier New"/>
              </a:rPr>
              <a:t>FROM node:22-alpine AS build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CFE0FF"/>
                </a:solidFill>
                <a:latin typeface="Courier New"/>
              </a:rPr>
              <a:t>  ... npm ci · lint · test · build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CFE0FF"/>
                </a:solidFill>
                <a:latin typeface="Courier New"/>
              </a:rPr>
              <a:t>FROM nginx:alpine AS production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FE0FF"/>
                </a:solidFill>
                <a:latin typeface="Courier New"/>
              </a:rPr>
              <a:t>COPY --from=build /app/dist 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Final image = nginx + built files only (small, secure — no Node/tests).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120640" cy="283464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9D4C8"/>
                </a:solidFill>
                <a:latin typeface="Calibri"/>
              </a:rPr>
              <a:t>Build → login → push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setup-buildx → login (secrets) → build-push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FE0FF"/>
                </a:solidFill>
                <a:latin typeface="Courier New"/>
              </a:rPr>
              <a:t>Pushes irvinuyi/vuna-calc:latest  +  :&lt;sha&gt;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CF6"/>
                </a:solidFill>
                <a:latin typeface="Calibri"/>
              </a:rPr>
              <a:t>Runnable anywhere: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FE0FF"/>
                </a:solidFill>
                <a:latin typeface="Courier New"/>
              </a:rPr>
              <a:t>docker run -p 8080:80 irvinuyi/vuna-calc:latest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JOB 3 · GO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5.  deploy — FTP to cPanel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633472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npm run build                 # Vite -&gt; produces dist/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7E28A"/>
                </a:solidFill>
                <a:latin typeface="Courier New"/>
              </a:rPr>
              <a:t>OK  SamKirkland/FTP-Deploy-Action # upload dist/ over FTP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       server:     secrets.FTP_SERVER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       username:   secrets.FTP_USERNAME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       password:   secrets.FTP_PASSWORD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       local-dir:  ./dist/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       server-dir: ./public_html/    # cPanel web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E8ECF6"/>
                </a:solidFill>
                <a:latin typeface="Calibri"/>
              </a:rPr>
              <a:t>Browser hits irvin.vudse26.cloud → cPanel serves public_html/index.html → the site runs in the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HOW THE JOBS ARE WIRED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6.  Orchestration: needs +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39D4C8"/>
                </a:solidFill>
                <a:latin typeface="Courier New"/>
              </a:rPr>
              <a:t>            .--&gt; docker   (needs ci · main+push only) -&gt; Docker Hub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6D8BFF"/>
                </a:solidFill>
                <a:latin typeface="Courier New"/>
              </a:rPr>
              <a:t>ci - pass --|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39D4C8"/>
                </a:solidFill>
                <a:latin typeface="Courier New"/>
              </a:rPr>
              <a:t>            '--&gt; deploy   (needs ci · main+push only) -&gt; cPanel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needs:[ci] → docker &amp; deploy wait for tests to pass. The gate.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if: …main &amp;&amp; push → they only fire on a real push to main; PRs run ci only.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docker &amp; deploy then run in parallel with each 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7.  Secrets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FTP_SERVER / USERNAME / PASSWORD     -&gt; used by deploy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DOCKERHUB_USERNAME / TOKEN           -&gt; used by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Encrypted by GitHub, masked in logs, never in the repo.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permissions: contents: read — least privilege for the auto token.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Docker Hub uses a revocable access token, not a password.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•  Repo is private; .gitignore blocks .env, keys, node_modules.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THE TWO QUESTIONS THEY'LL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8.  Why FTP? Why Docker if it doesn't run?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120640" cy="310896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B454"/>
                </a:solidFill>
                <a:latin typeface="Calibri"/>
              </a:rPr>
              <a:t>Why FTP, not SSH/rsync?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CF6"/>
                </a:solidFill>
                <a:latin typeface="Calibri"/>
              </a:rPr>
              <a:t>The host is CyberPanel with SSH locked down — the website user is no-login (SFTP corrupts), the main user is a restricted shell (blocks keys/SFTP). FTP is a separate service that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120640" cy="3108960"/>
          </a:xfrm>
          <a:prstGeom prst="rect">
            <a:avLst/>
          </a:prstGeom>
          <a:solidFill>
            <a:srgbClr val="1B2236"/>
          </a:solidFill>
          <a:ln>
            <a:solidFill>
              <a:srgbClr val="283153"/>
            </a:solidFill>
          </a:ln>
        </p:spPr>
        <p:txBody>
          <a:bodyPr wrap="square" lIns="201168" tIns="16459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B454"/>
                </a:solidFill>
                <a:latin typeface="Calibri"/>
              </a:rPr>
              <a:t>Why build Docker if cPanel can't run it?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CF6"/>
                </a:solidFill>
                <a:latin typeface="Calibri"/>
              </a:rPr>
              <a:t>Shared hosting has no Docker daemon for my user. So Docker satisfies the manual's containerise + registry stage; the image is a real, runnable artifact on Docker Hub. The live site is the static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PUT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9.  One commit,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1.  commit → SHA recorded locally.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2.  push → GitHub main advances; a run starts.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3.  ci (VM A): checkout → npm ci → lint → Jest → typecheck → Vitest.  ✓ ~30s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4.  ci passing unblocks docker + deploy (parallel).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5.  docker (VM B): build multi-stage image → push :latest + :sha.  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6.  deploy (VM C): vite build → FTP dist/ → public_html.  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ECF6"/>
                </a:solidFill>
                <a:latin typeface="Calibri"/>
              </a:rPr>
              <a:t>7.  cPanel serves the new files → live site updated.  Under a minute, automatic.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10.  What blocks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700784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FFB454"/>
                </a:solidFill>
                <a:latin typeface="Courier New"/>
              </a:rPr>
              <a:t>Lint / test / low coverage / typecheck  -&gt;  ci FAILS -&gt; docker+deploy SKIPPED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Docker Hub login fails                  -&gt;  docker fails; deploy still runs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FTP auth (530)                          -&gt;  deploy fails; site unchanged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FE0FF"/>
                </a:solidFill>
                <a:latin typeface="Courier New"/>
              </a:rPr>
              <a:t>Push to a non-main branch               -&gt;  only ci runs (by 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6D8BFF"/>
                </a:solidFill>
                <a:latin typeface="Calibri"/>
              </a:rPr>
              <a:t>Key property: the test gate protects production — deploy needs ci, so broken code cannot deploy.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11.  Prove it's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solidFill>
            <a:srgbClr val="0A0E1A"/>
          </a:solidFill>
          <a:ln>
            <a:solidFill>
              <a:srgbClr val="283153"/>
            </a:solidFill>
          </a:ln>
        </p:spPr>
        <p:txBody>
          <a:bodyPr wrap="square" lIns="228600" tIns="164592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1.  edit something visible  (e.g. a colour)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2.  git commit -m 'tweak'  &amp;&amp;  git push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3.  open the Actions tab  -&gt;  watch ci -&gt; docker -&gt; deploy go green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4.  refresh irvin.vudse26.cloud  -&gt;  change is live (~30s)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CFE0FF"/>
                </a:solidFill>
                <a:latin typeface="Courier New"/>
              </a:rPr>
              <a:t>5.  bonus: docker run -p 8080:80 irvinuyi/vuna-calc:latest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D8BFF"/>
                </a:solidFill>
                <a:latin typeface="Calibri"/>
              </a:rPr>
              <a:t>"I pushed one commit — and it tested, containerised, and deployed itself. That is CI/CD."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9D4C8"/>
                </a:solidFill>
                <a:latin typeface="Calibri"/>
              </a:rPr>
              <a:t>IN ONE BREATH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E8ECF6"/>
                </a:solidFill>
                <a:latin typeface="Calibri"/>
              </a:rPr>
              <a:t>The whole defense, summarised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E8ECF6"/>
                </a:solidFill>
                <a:latin typeface="Calibri"/>
              </a:rPr>
              <a:t>Push to main → GitHub Actions runs five quality gates → if green, it builds &amp; pushes a Docker image and deploys the built site over FTP to cPanel — tested, containerised, and live, with zero manual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9AA6C4"/>
                </a:solidFill>
                <a:latin typeface="Calibri"/>
              </a:rPr>
              <a:t>Repo: github.com/irvinosazee/vuna-calc · Image: irvinuyi/vuna-calc · Live: irvin.vudse26.cloud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9D4C8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